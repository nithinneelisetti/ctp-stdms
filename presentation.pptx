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000000"/>
                </a:solidFill>
                <a:latin typeface="Arial"/>
              </a:defRPr>
            </a:pPr>
            <a:r>
              <a:t>SMART TASK AND DEADLINE</a:t>
            </a:r>
            <a:br/>
            <a:r>
              <a:t>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000000"/>
                </a:solidFill>
                <a:latin typeface="Arial"/>
              </a:defRPr>
            </a:pPr>
            <a:r>
              <a:t>Project Defence &amp; Demonstration</a:t>
            </a:r>
            <a:br/>
            <a:r>
              <a:t>Computational Thinking and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Presentation chronology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Project flow from problem to technical 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Problem statement and motivation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Objectives and requirements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Computational thinking and system design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Algorithms and data structures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Application modules and implementation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Testing, quality, and performance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Demonstration, limitations,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The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Tasks and deadlines are often tracked in separate places.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Manual prioritization can hide urgent and overdue work.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Prerequisite tasks may be attempted in the wrong order.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 simple central system can improve visibility and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What the project aims to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Create, edit, search, filter, complete, and delete tasks.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Store deadlines, priority, estimated duration, and dependencies.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Show task totals, status counts, overdue tasks, and completion rate.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Recommend a valid task order that respects prerequisites.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Demonstrate testing, code quality, and algorithm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3. Scope and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Scope is deliberately medium-sized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Single-user local web application for a student demonstration.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Functional: task CRUD, filtering, scheduling, dependency validation.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Non-functional: modular code, responsive UI, input validation, testability.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Not included: authentication, email delivery, cloud sync, multi-user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4. Computational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How the problem is translated into 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Decomposition: UI, database, scheduler, metrics, reminders, tests.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Abstraction: each task has a small, well-defined set of fields.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Pattern recognition: CRUD operations, priority queues, dependency graphs.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Algorithm design: topological sorting with greedy selection.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Evaluation: correctness tests and measured benchmarks.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5.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Modular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Browser: HTML templates and CSS.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Flask: routes, form validation, and page rendering.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SQLite: persistent task records.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scheduler.py: graph construction, heap selection, cycle detection.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pytest: repeatable verification of core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6.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Core task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Task ID and title identify each record.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Description provides optional detail.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Priority is an integer from 1 to 5.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Deadline and estimated duration support planning.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Status tracks Pending, In Progress, or Completed.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Dependencies identify prerequisite task IDs.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7.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Algorithm selection and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Kahn's topological-sort algorithm respects prerequisites.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 binary heap chooses among tasks that are currently eligible.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Greedy key: higher priority, earlier deadline, then lower task ID.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Cycle detection rejects schedules where not all tasks can be ordered.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The heuristic is not guaranteed to be globally optimal.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8. Data structures and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V = tasks; E = dependency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Dictionary / primary key: average O(1) Python dictionary lookup.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Sorting: O(n log n).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Heap push/pop: O(log n).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Topological scheduling with heap: O((V + E) log V).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Completion-rate calculation: O(n).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9.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Features available in the delivered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Dashboard and metrics.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Task creation, editing, status changes, deletion, search, and filters.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Deadline and overdue indicators.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Dependency-aware smart schedule.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Command-line reminder report for overdue and upcoming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10. Implementation chronology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Reproducible implementation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Create and activate a Python virtual environment.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Install dependencies from requirements.txt.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Run python app.py and open localhost:5000.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Create tasks with distinct priorities and deadlines.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Add a prerequisite ID and inspect the smart schedule.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Run pytest -q and python cron_reminders.py.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11. 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Testing validates implemented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Unit tests for dependency order and priority selection.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Cycle detection and missing-dependency tests.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Dependency parsing and completion-rate tests.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Overdue behavior test.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Run the full suite with pytest -q.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Add browser end-to-end tests and coverage measurement as future quality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12. Quality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Software quality and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Parameterized SQL queries and form validation.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Modular separation of routes, persistence, and algorithms.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GitHub Actions workflow runs the test suite on pushes and pull requests.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Optional static checks: Ruff and mypy.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Use a strong SECRET_KEY and a production WSGI server before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13. Reminders and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Practical scope and 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cron_reminders.py prints tasks overdue or due within 24 hours.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Schedule the script with cron or Windows Task Scheduler.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The current local workload does not require concurrency.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Background workers or asynchronous notifications can be added later.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No email or push notification is claimed as implemented.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14. 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Measure scheduling time on synthetic task sets of different sizes.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Record the hardware, Python version, task count, and dependency count.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Compare measured timing with theoretical complexity.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Do not invent benchmark results before running the application.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Check correctness before comparing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15. AI-assisted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Responsible AI-assisted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Use AI to draft specifications or review alternative implementations.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Inspect generated code instead of accepting it blindly.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Run unit tests and edge cases after each meaningful change.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Record prompts, corrections, and validation evidence.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Explain limitations and any unimplemented suggestions.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16. 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Clear scope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No user authentication or multi-user permissions.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No built-in email, SMS, or push notifications.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Dependencies are stored as comma-separated IDs.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Future: calendar view, recurring tasks, accounts, normalized dependency table.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Future: more scheduling policies and benchmark comparisons.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17.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The project turns deadline organization into a working web application.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It demonstrates CRUD, SQLite, task validation, graphs, heaps, and scheduling.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Automated tests verify important algorithm behaviors.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The design supports a clear live demonstration and technical defence.</a:t>
            </a:r>
          </a:p>
          <a:p>
            <a:pPr>
              <a:spcAft>
                <a:spcPts val="14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Next step: run locally, verify tests, and personalize the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</a:defRPr>
            </a:pPr>
            <a:r>
              <a:t>Live demo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2828"/>
                </a:solidFill>
                <a:latin typeface="Arial"/>
              </a:defRPr>
            </a:pPr>
            <a:r>
              <a:t>Suggested 8–10 minute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Open dashboard and explain metrics.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Create two tasks with different priorities.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Make one task depend on the other.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Show the schedule and explain why prerequisites come first.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Run pytest -q and show the test output.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Run the reminder report and discuss future enhancements.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64646"/>
                </a:solidFill>
                <a:latin typeface="Arial"/>
              </a:defRPr>
            </a:pPr>
            <a:r>
              <a:t>Smart Task and Deadline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